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3504-84E4-6766-E91A-1AA83A20C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914B5-AEF6-0935-825F-21319ACC1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7F6F-0F35-1929-3AC1-19B82049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BAB9B-A699-BC83-AE7A-33BC8AD4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4DF67-1732-F662-1F67-E403A286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7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00E4-5786-7548-1141-D6209A0E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2C81C-6305-3D8D-858A-B83CC766F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2189C-D5B4-F40C-F2DB-8D67A84B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9DAC2-6C6A-22D8-ADE9-F6DE6462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84329-9469-14AB-22D0-3B3EB98F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3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768A-CDC1-A5AC-E300-9FB2FE26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935DB-BD78-4810-319C-A1458092D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29DE0-D60F-413B-B21D-7AF7E7E4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B57A3-2DC1-A85F-796E-DB62F245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DF16C-A2E5-DAC5-91E6-F9991778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6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6CBB-0E97-0EB9-6460-815F8484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BAF6E-6FD7-9B42-DDA9-13D8F4310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11EA5-2389-BA72-A712-BDF50D767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C5276-B281-908C-ED31-B11D9572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707DE-C9FB-7BF7-4FBF-509C3498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6A3C2-81EA-2824-25B8-6CAE112B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5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91F2-4EF6-4D87-EE2B-0BE7625D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7CCAE-8BC5-1CEA-34CD-4BCECF342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6743D-2CAE-2DAE-3055-664BC1857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0AB44-A9B9-87F4-3E3E-A9EA34C05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C271D-CE90-8E77-3237-9791C6BB02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F0C74-B2B8-6DD5-3E7C-CEC700AC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237A6-E9D0-73E1-568D-D2B689F7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466B4-48A3-39DC-87BA-F1AF06B2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34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1A09-0346-8D7B-0948-BAF705F0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FDE503-7C5F-058C-305F-CD80102B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1A114-17A0-9BDD-2B97-DA5D5D391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DEC49-3BFB-BCCC-5658-5E10867B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1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EA229-AF74-27B0-2D6A-1D411AAD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36CEA-10FB-1F82-8E31-97BFB8F3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0FE45-22B6-1B7C-A8CB-2A60B0D5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0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0F70-51E7-4442-9B0A-74616911C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3F6E-2153-6C80-F40A-A04E3E69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79721-72E6-0378-ABBE-0B26CF5F0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83151-5E7D-A594-7799-D7A88EC5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CC40D-C3CF-373A-C629-5BE987B03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50BA9-674C-C087-FC4E-699B349D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9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DF30-A39F-455F-1D0B-F0314C24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F8CE8-8E8B-887E-4AA9-9E0CB8B01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6E95F-D156-7D68-1E40-B26D118B6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1E5EA-DD19-17E6-5B19-C7E25367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DBC6A-4484-FCA9-8395-73B7BC25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11898-9006-4BEF-4009-6E36C44C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2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CBA0-D40B-83DE-DED3-C40DA219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2484D-6E02-D906-77FB-43D1140D9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5AA4-7095-820A-770F-267FBF97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A92B7-1D29-CC41-82A8-44A8878E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24B6-2831-5F82-738C-6C33D535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1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A788DE-3A68-2B6E-DB7F-7C1F8C1D9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4DFE9-CD91-92DC-DC28-7C19255A6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E9E38-9873-BD1F-2A09-6318D98E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A873C-7736-251B-2944-F6CA28FB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EB3E5-34E3-9D38-5E1D-D60B717F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0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EB991-66AF-DD52-2A74-CD6BA0DF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561CF-C7FA-0199-8D1E-9BD230E3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F74E8-13D8-8958-D4F5-613BA855C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F1731-CEC6-4F30-AB4F-0A850B5C991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E617F-0B9A-8605-E97A-6834CB331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571CB-DB6F-6B1D-0FB6-F2527407D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CC682-A978-4EDE-BD7F-31C20C245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3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AC293E-ECDE-6118-9A57-FDCBC90F6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532" y="99002"/>
            <a:ext cx="9648825" cy="5200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5F94A0-0104-53E1-AA4D-BFEB044166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17769" y="2548329"/>
            <a:ext cx="9063663" cy="351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22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Korbin Brashears</dc:creator>
  <cp:lastModifiedBy>Korbin Brashears</cp:lastModifiedBy>
  <cp:revision>1</cp:revision>
  <dcterms:created xsi:type="dcterms:W3CDTF">2026-07-08T23:29:00Z</dcterms:created>
  <dcterms:modified xsi:type="dcterms:W3CDTF">2026-07-12T03:03:35Z</dcterms:modified>
</cp:coreProperties>
</file>